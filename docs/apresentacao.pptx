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apresentar o grupo e o objetivo - uma esteira CI/CD com seguranca integrada (shift-left) para a TechSecure Solutions. Citar o fluxo Codigo-Build-Teste-Seguranca-Imagem-Deploy-Container.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o cenario da TechSecure e o objetivo da POC. Reforcar que seguranca entra cedo no processo.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Percorrer as 4 pecas: GitHub dispara a pipeline no push; Actions orquestra; Docker empacota; runner self-hosted faz o deploy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 proposital simples - o foco e a esteira. Destacar as boas praticas do container (nao-root, slim, healthcheck, gunicorn).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 das ferramentas. Enfatizar as 3 de seguranca: Bandit (codigo), pip-audit e Trivy (dependencias e imagem).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os 4 jobs encadeados. Nenhuma imagem vai para deploy sem passar por testes e seguranca.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achado principal: CVE-2023-43804 em urllib3. Vulnerabilidade, componente, severidade HIGH e a correcao.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 aplicacao rodando no navegador e o container healthy na porta 8080.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 aba Actions: a pipeline roda sozinha no push e fica verde, incluindo o deploy no runner self-hosted.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da demo (itens obrigatorios). Lembrar: deixar o runner rodando (cd ~/actions-runner &amp;&amp; ./run.sh) antes de comecar.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o valor para a TechSecure: menos risco e menos erros de implantacao. Abrir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3108960" cy="457200"/>
          </a:xfrm>
          <a:prstGeom prst="roundRect">
            <a:avLst>
              <a:gd name="adj" fmla="val 20000"/>
            </a:avLst>
          </a:prstGeom>
          <a:solidFill>
            <a:srgbClr val="12323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914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II · DevSecOps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TechSecure Solutions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834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Esteira CI/CD com Segurança Integrada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4114800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12323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1148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801368" y="4114800"/>
            <a:ext cx="146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74520" y="4114800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74520" y="41148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127248" y="4114800"/>
            <a:ext cx="146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00400" y="4114800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12323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00400" y="41148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453128" y="4114800"/>
            <a:ext cx="146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26280" y="4114800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6280" y="41148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779008" y="4114800"/>
            <a:ext cx="146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52160" y="4114800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12323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52160" y="41148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104888" y="4114800"/>
            <a:ext cx="146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178040" y="4114800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78040" y="41148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430768" y="4114800"/>
            <a:ext cx="146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503920" y="4114800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12323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503920" y="41148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de conceito · Integrantes: [preencher]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e cenário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78308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TechSecure quer reduzir erros de implantação e integrar segurança ao ciclo de desenvolvimento.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788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15468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do código ao container, com verificação de segurança em cada push (shift-left security).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4160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52628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de esteira CI/CD: Git, build, teste, análise de segurança, imagem Docker e deploy automático.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TechSecure Solutions · AP II DevSecOps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1F6F8"/>
          </a:solidFill>
          <a:ln w="25400">
            <a:solidFill>
              <a:srgbClr val="12323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286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Desenvolvedor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172968" y="249631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0" y="201168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1F6F8"/>
          </a:solidFill>
          <a:ln w="254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00400" y="2286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2788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+ gatilho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824728" y="249631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852160" y="201168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1F6F8"/>
          </a:solidFill>
          <a:ln w="254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52160" y="2286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2788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CI/CD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476488" y="249631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503920" y="201168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1F6F8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03920" y="2286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Docker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2788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na porta 8080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206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deploy é feito por um runner self-hosted no WSL, que sobe o container automaticamente ao final da esteira.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TechSecure Solutions · AP II DevSecOps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web simples em </a:t>
            </a:r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Flask</a:t>
            </a:r>
            <a:pPr indent="0" marL="0">
              <a:buNone/>
            </a:pPr>
            <a:r>
              <a:rPr lang="en-US" sz="1600" dirty="0">
                <a:solidFill>
                  <a:srgbClr val="1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servida por </a:t>
            </a:r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</a:t>
            </a:r>
            <a:pPr indent="0" marL="0">
              <a:buNone/>
            </a:pPr>
            <a:r>
              <a:rPr lang="en-US" sz="1600" dirty="0">
                <a:solidFill>
                  <a:srgbClr val="1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empacotada em Docker.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F1F6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2128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328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institucional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F1F6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31729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/health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4930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 do container/deploy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F1F6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41330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/api/version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4531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da app e das libs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98348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F1F6F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50932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/api/soma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4132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coberta por teste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2103120"/>
            <a:ext cx="5303520" cy="3840480"/>
          </a:xfrm>
          <a:prstGeom prst="roundRect">
            <a:avLst>
              <a:gd name="adj" fmla="val 2381"/>
            </a:avLst>
          </a:prstGeom>
          <a:solidFill>
            <a:srgbClr val="0B253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0" y="2286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de segurança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83464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base enxuta python:3.12-slim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como usuário não-root (uid 10001)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 embutido no container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produção gunicorn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Dependências fixadas (versionamento reproduzível)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TechSecure Solutions · AP II DevSecOps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Tecnologias utilizadas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6F8"/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737360"/>
            <a:ext cx="320040" cy="32004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17190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94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Versionamento e gatilho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55448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6F8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173736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023360" y="17190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194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Orquestração CI/CD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6F8"/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737360"/>
            <a:ext cx="320040" cy="32004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0" y="17190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194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Containerização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52560" y="155448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6F8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35440" y="173736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92640" y="17190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2194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automatizados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292608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6F8"/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108960"/>
            <a:ext cx="320040" cy="32004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188720" y="30906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(análise de código)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83280" y="292608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6F8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66160" y="310896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023360" y="30906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pip-audit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3566160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CVEs em dependências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292608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6F8"/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3108960"/>
            <a:ext cx="320040" cy="32004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58000" y="30906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0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de deps e imagem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052560" y="292608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6F8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235440" y="310896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692640" y="30906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WSL2 + Ubuntu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9235440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de execução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TechSecure Solutions · AP II DevSecOps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pipeline — 4 estágios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1F6F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5448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0E74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Build &amp; Test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554480"/>
            <a:ext cx="8046720" cy="1051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dependências e roda pytest. Falhou um teste, a esteira para.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1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69748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0E74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69748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Security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697480"/>
            <a:ext cx="8046720" cy="1051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 (SAST) + pip-audit + Trivy (filesystem). Relatórios publicados.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1F6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84048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0E74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84048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Build &amp; Scan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3840480"/>
            <a:ext cx="8046720" cy="1051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Constrói a imagem Docker e roda Trivy sobre a imagem.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9834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1F6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498348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10B98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98348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Deploy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4983480"/>
            <a:ext cx="8046720" cy="1051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self-hosted sobe/atualiza o container automaticamente.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TechSecure Solutions · AP II DevSecOps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de segurança — o achado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12323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nas deps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(Trivy fs)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08960" y="137160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1232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108960" y="1463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2286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na imagem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 + Python)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137160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1232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0" y="1463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286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 SAST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(Bandit B104)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11064240" cy="2834640"/>
          </a:xfrm>
          <a:prstGeom prst="roundRect">
            <a:avLst>
              <a:gd name="adj" fmla="val 3226"/>
            </a:avLst>
          </a:prstGeom>
          <a:solidFill>
            <a:srgbClr val="12323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CVE-2023-43804 · urllib3 1.26.12 · Severidade HIGH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9776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</a:t>
            </a:r>
            <a:pPr indent="0" marL="0">
              <a:buNone/>
            </a:pPr>
            <a:r>
              <a:rPr lang="en-US" sz="1500" dirty="0">
                <a:solidFill>
                  <a:srgbClr val="E6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cabeçalho Cookie não é removido em redirecionamentos cross-origin — tokens de sessão podem vazar para outro domínio.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8006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Componente: </a:t>
            </a:r>
            <a:pPr indent="0" marL="0">
              <a:buNone/>
            </a:pPr>
            <a:r>
              <a:rPr lang="en-US" sz="1500" dirty="0">
                <a:solidFill>
                  <a:srgbClr val="E6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urllib3 (dependência transitiva de requests).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2578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Correção: </a:t>
            </a:r>
            <a:pPr indent="0" marL="0">
              <a:buNone/>
            </a:pPr>
            <a:r>
              <a:rPr lang="en-US" sz="1500" dirty="0">
                <a:solidFill>
                  <a:srgbClr val="E6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 urllib3 ≥ 1.26.17 (na prática, requests ≥ 2.31.0).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Evidência — aplicação funcionando</a:t>
            </a:r>
            <a:endParaRPr lang="en-US" sz="3400" dirty="0"/>
          </a:p>
        </p:txBody>
      </p:sp>
      <p:pic>
        <p:nvPicPr>
          <p:cNvPr id="3" name="Image 0" descr="evidencias/img/fig-09-app-navega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863840" cy="4572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595360" y="1371600"/>
            <a:ext cx="3017520" cy="4572000"/>
          </a:xfrm>
          <a:prstGeom prst="roundRect">
            <a:avLst>
              <a:gd name="adj" fmla="val 3030"/>
            </a:avLst>
          </a:prstGeom>
          <a:solidFill>
            <a:srgbClr val="F1F6F8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778240" y="1554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em execução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778240" y="210312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healthy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8080 publicada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 → ok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/api/version → 1.0.0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5394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http://localhost:8080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TechSecure Solutions · AP II DevSecOps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Evidência — pipeline automática (GitHub Actions)</a:t>
            </a:r>
            <a:endParaRPr lang="en-US" sz="3400" dirty="0"/>
          </a:p>
        </p:txBody>
      </p:sp>
      <p:pic>
        <p:nvPicPr>
          <p:cNvPr id="3" name="Image 0" descr="evidencias/img/fig-10-a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498080" cy="4572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29600" y="1371600"/>
            <a:ext cx="3383280" cy="4572000"/>
          </a:xfrm>
          <a:prstGeom prst="roundRect">
            <a:avLst>
              <a:gd name="adj" fmla="val 2703"/>
            </a:avLst>
          </a:prstGeom>
          <a:solidFill>
            <a:srgbClr val="0B253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458200" y="1554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verde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458200" y="210312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 automaticamente a cada push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 Testes ✓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Segurança ✓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 Scan da Imagem ✓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automático ✓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TechSecure Solutions · AP II DevSecOps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ao vivo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411480" cy="41148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53619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funcionando (navegador + curl)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212848"/>
            <a:ext cx="411480" cy="41148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212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94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Alteração simples no código (corrige CVEs, v1.0.1)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871216"/>
            <a:ext cx="411480" cy="41148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871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8529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e push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3529584"/>
            <a:ext cx="411480" cy="41148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529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51129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inicia automaticamente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4187952"/>
            <a:ext cx="411480" cy="41148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4187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16966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Teste → Security scan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4846320"/>
            <a:ext cx="411480" cy="41148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4846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482803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da imagem → Deploy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1520" y="5504688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5504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5486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atualizada (v1.0.1)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TechSecure Solutions · AP II DevSecOps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11680"/>
            <a:ext cx="10789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E6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Esteira CI/CD completa com segurança integrada (DevSecOps).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E6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push passa por testes e 3 camadas de segurança antes do deploy.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E6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 reais detectadas e corrigidas automaticamente.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E6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detecção → correção → verificação, sem intervenção manual.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  ·  github.com/denooka47/techsecure-devsecops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TechSecure Solutions - Esteira CI/CD DevSecOps</dc:title>
  <dc:subject>PptxGenJS Presentation</dc:subject>
  <dc:creator>Grupo AP II DevSecOps</dc:creator>
  <cp:lastModifiedBy>Grupo AP II DevSecOps</cp:lastModifiedBy>
  <cp:revision>1</cp:revision>
  <dcterms:created xsi:type="dcterms:W3CDTF">2026-10-05T05:21:16Z</dcterms:created>
  <dcterms:modified xsi:type="dcterms:W3CDTF">2026-10-05T05:21:16Z</dcterms:modified>
</cp:coreProperties>
</file>